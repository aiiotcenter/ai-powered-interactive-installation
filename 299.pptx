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61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Art Installation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9144000" cy="45720"/>
          </a:xfrm>
          <a:prstGeom prst="rect">
            <a:avLst/>
          </a:prstGeom>
          <a:solidFill>
            <a:srgbClr val="7B5BF7"/>
          </a:solidFill>
          <a:ln w="12700">
            <a:solidFill>
              <a:srgbClr val="7B5B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7B5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Code Breakdown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AI-Powered Interactive Installation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 piece that changes colors and shapes based on the viewer's brainwaves using an EEG headset.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is split into 4 main sections: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749808"/>
          </a:xfrm>
          <a:prstGeom prst="rect">
            <a:avLst/>
          </a:prstGeom>
          <a:solidFill>
            <a:srgbClr val="7B5BF7"/>
          </a:solidFill>
          <a:ln w="12700">
            <a:solidFill>
              <a:srgbClr val="7B5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#info-bar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header — shows the current mode 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64008" cy="749808"/>
          </a:xfrm>
          <a:prstGeom prst="rect">
            <a:avLst/>
          </a:prstGeom>
          <a:solidFill>
            <a:srgbClr val="5B9EF7"/>
          </a:solidFill>
          <a:ln w="12700">
            <a:solidFill>
              <a:srgbClr val="5B9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#canvas-area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054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drawing canvas — where visuals are rendered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99232"/>
            <a:ext cx="64008" cy="749808"/>
          </a:xfrm>
          <a:prstGeom prst="rect">
            <a:avLst/>
          </a:prstGeom>
          <a:solidFill>
            <a:srgbClr val="7BE0A5"/>
          </a:solidFill>
          <a:ln w="12700">
            <a:solidFill>
              <a:srgbClr val="7BE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90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B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#wave-panel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401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boxes showing Alpha, Beta, Theta 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95344"/>
            <a:ext cx="64008" cy="749808"/>
          </a:xfrm>
          <a:prstGeom prst="rect">
            <a:avLst/>
          </a:prstGeom>
          <a:solidFill>
            <a:srgbClr val="F97B5B"/>
          </a:solidFill>
          <a:ln w="12700">
            <a:solidFill>
              <a:srgbClr val="F97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#mode-buttons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297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/ Relax / Meditation buttons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Global Styles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1874520"/>
          </a:xfrm>
          <a:prstGeom prst="rect">
            <a:avLst/>
          </a:prstGeom>
          <a:solidFill>
            <a:srgbClr val="111122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#0d0d0d;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09160" y="822960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default browser whitespace around the 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56816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Near-black (#0d0d0d) gives the dark theme look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090672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is used for all text across the page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224528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white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608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defaults to white on the dark background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#info-bar — Top Header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2148840"/>
          </a:xfrm>
          <a:prstGeom prst="rect">
            <a:avLst/>
          </a:prstGeom>
          <a:solidFill>
            <a:srgbClr val="111122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#info-bar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space-between;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#1a1a2e;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09160" y="822960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title and mode name side by side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56816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space-between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goes left, mode label goes right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090672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align-items: center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centers both items in the bar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224528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#1a1a2e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608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background separates it from the page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.wave-box — Wave Value Cards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2423160"/>
          </a:xfrm>
          <a:prstGeom prst="rect">
            <a:avLst/>
          </a:prstGeom>
          <a:solidFill>
            <a:srgbClr val="111122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.wave-box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#1a1a2e;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#444;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14px 20px;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min-width: 130px;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09160" y="822960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8px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the corners for a modern card look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56816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14px 20px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spacing keeps text away from the edges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090672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text-align: center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the wave name, value and description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224528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min-width: 130px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608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cards from shrinking on narrow screens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&amp; .active — Mode Buttons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023360" cy="2697480"/>
          </a:xfrm>
          <a:prstGeom prst="rect">
            <a:avLst/>
          </a:prstGeom>
          <a:solidFill>
            <a:srgbClr val="111122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#1a1a2e;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#555;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cursor: pointer;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7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bg 0.2s;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.active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border-color: #7b5bf7;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#2a1a4e;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09160" y="822960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cursor: pointer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becomes a hand icon when hovering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956816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bg 0.2s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color fades smoothly on hover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090672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.active border-color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border marks the selected mode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224528"/>
            <a:ext cx="397764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5B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.active background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608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purple fill confirms active state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7B5BF7"/>
          </a:solidFill>
          <a:ln w="12700">
            <a:solidFill>
              <a:srgbClr val="7B5B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77824"/>
            <a:ext cx="8229600" cy="566928"/>
          </a:xfrm>
          <a:prstGeom prst="rect">
            <a:avLst/>
          </a:prstGeom>
          <a:solidFill>
            <a:srgbClr val="1E1E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33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033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 and default font for the whole page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566928"/>
          </a:xfrm>
          <a:prstGeom prst="rect">
            <a:avLst/>
          </a:prstGeom>
          <a:solidFill>
            <a:srgbClr val="16162C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#info-bar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636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header showing title and current mode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8229600" cy="566928"/>
          </a:xfrm>
          <a:prstGeom prst="rect">
            <a:avLst/>
          </a:prstGeom>
          <a:solidFill>
            <a:srgbClr val="1E1E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#canvas-area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240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the canvas where brainwave visuals render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8229600" cy="566928"/>
          </a:xfrm>
          <a:prstGeom prst="rect">
            <a:avLst/>
          </a:prstGeom>
          <a:solidFill>
            <a:srgbClr val="16162C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43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#wave-panel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8437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of three cards for Alpha, Beta, Theta 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1E1E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.wave-box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447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card — centered text, navy background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8229600" cy="566928"/>
          </a:xfrm>
          <a:prstGeom prst="rect">
            <a:avLst/>
          </a:prstGeom>
          <a:solidFill>
            <a:srgbClr val="16162C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#mode-buttons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050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row of three mode-selection buttons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98848"/>
            <a:ext cx="8229600" cy="566928"/>
          </a:xfrm>
          <a:prstGeom prst="rect">
            <a:avLst/>
          </a:prstGeom>
          <a:solidFill>
            <a:srgbClr val="1E1E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654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9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/ .active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6542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fade + purple highlight for the active mode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Ekran Gösterisi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Taha Gümüş</cp:lastModifiedBy>
  <cp:revision>2</cp:revision>
  <dcterms:created xsi:type="dcterms:W3CDTF">2026-05-20T12:06:50Z</dcterms:created>
  <dcterms:modified xsi:type="dcterms:W3CDTF">2026-05-21T13:00:59Z</dcterms:modified>
</cp:coreProperties>
</file>